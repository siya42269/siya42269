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Samba File Sharing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Tasmia Riaz, Huzaifa Waqar, Malaika Kashaf</a:t>
            </a:r>
          </a:p>
          <a:p>
            <a:r>
              <a:t>Course: IT-381</a:t>
            </a:r>
          </a:p>
          <a:p>
            <a:r>
              <a:t>Instructor: Ms. Sara Sarwar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Samba?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Samba is a free software for sharing files and printers.</a:t>
            </a:r>
          </a:p>
          <a:p>
            <a:r>
              <a:t>It helps Linux systems work with Windows computers.</a:t>
            </a:r>
          </a:p>
          <a:p>
            <a:r>
              <a:t>It uses the SMB/CIFS protocol for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Samba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Works on Windows, Linux, and macOS.</a:t>
            </a:r>
          </a:p>
          <a:p>
            <a:r>
              <a:t>Connects with Active Directory.</a:t>
            </a:r>
          </a:p>
          <a:p>
            <a:r>
              <a:t>Free and customizable.</a:t>
            </a:r>
          </a:p>
          <a:p>
            <a:r>
              <a:t>Secure with advanced permissions.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Samba vs Other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Compared with NFS and FTP.</a:t>
            </a:r>
          </a:p>
          <a:p>
            <a:r>
              <a:t>Samba supports Windows better.</a:t>
            </a:r>
          </a:p>
          <a:p>
            <a:r>
              <a:t>More secure with encryption and user control.</a:t>
            </a:r>
          </a:p>
          <a:p>
            <a:r>
              <a:t>Easier for normal users to access shared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Samba on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apt or yum to install.</a:t>
            </a:r>
          </a:p>
          <a:p>
            <a:r>
              <a:t>Create a Samba user.</a:t>
            </a:r>
          </a:p>
          <a:p>
            <a:r>
              <a:t>Edit smb.conf file for settings.</a:t>
            </a:r>
          </a:p>
          <a:p>
            <a:r>
              <a:t>Open ports in firewall (137–139, 445).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Shared Folders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Make folder like /srv/samba/project.</a:t>
            </a:r>
          </a:p>
          <a:p>
            <a:r>
              <a:t>Set permissions with chown and chmod.</a:t>
            </a:r>
          </a:p>
          <a:p>
            <a:r>
              <a:t>Configure folder in smb.conf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smb.conf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Security options like password encryption.</a:t>
            </a:r>
          </a:p>
          <a:p>
            <a:r>
              <a:t>Performance tuning with socket options.</a:t>
            </a:r>
          </a:p>
          <a:p>
            <a:r>
              <a:t>User authentication through Active Directory.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Join Windows domain with 'net ads join'.</a:t>
            </a:r>
          </a:p>
          <a:p>
            <a:r>
              <a:t>Configure smb.conf for domain settings.</a:t>
            </a:r>
          </a:p>
          <a:p>
            <a:r>
              <a:t>Users use their Windows credentials to access Samba.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Access to Shares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AD groups like 'Team_Read' and 'Team_Write'.</a:t>
            </a:r>
          </a:p>
          <a:p>
            <a:r>
              <a:t>Set read/write permissions in smb.conf.</a:t>
            </a:r>
          </a:p>
          <a:p>
            <a:r>
              <a:t>Use ACLs for more control over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Samba 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Limit access to Samba service account.</a:t>
            </a:r>
          </a:p>
          <a:p>
            <a:r>
              <a:t>Close unused SMB ports.</a:t>
            </a:r>
          </a:p>
          <a:p>
            <a:r>
              <a:t>Keep Samba updated to avoid threats.</a:t>
            </a:r>
          </a:p>
          <a:p>
            <a:r>
              <a:t>Follow AD password policies.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 and Secure Samba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Enable SMB3 encryption in smb.conf.</a:t>
            </a:r>
          </a:p>
          <a:p>
            <a:r>
              <a:t>Use Kerberos for secure logins.</a:t>
            </a:r>
          </a:p>
          <a:p>
            <a:r>
              <a:t>Allow/deny hosts by IP address.</a:t>
            </a:r>
          </a:p>
          <a:p>
            <a:r>
              <a:t>Set access control lists (ACLs).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Enable asynchronous I/O.</a:t>
            </a:r>
          </a:p>
          <a:p>
            <a:r>
              <a:t>Use caching like vfs_fscache.</a:t>
            </a:r>
          </a:p>
          <a:p>
            <a:r>
              <a:t>Distribute traffic across multiple servers.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multiple network interfaces.</a:t>
            </a:r>
          </a:p>
          <a:p>
            <a:r>
              <a:t>Bind specific IP ranges in smb.conf.</a:t>
            </a:r>
          </a:p>
          <a:p>
            <a:r>
              <a:t>Use NIC bonding for better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in Samba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Reduce file access delays using cache.</a:t>
            </a:r>
          </a:p>
          <a:p>
            <a:r>
              <a:t>Use vfs_fscache and metadata caching.</a:t>
            </a:r>
          </a:p>
          <a:p>
            <a:r>
              <a:t>Improves performance for frequent 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Samba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Enable logs and monitor with smb_status.</a:t>
            </a:r>
          </a:p>
          <a:p>
            <a:r>
              <a:t>Use tools like Prometheus or Nagios.</a:t>
            </a:r>
          </a:p>
          <a:p>
            <a:r>
              <a:t>Check health using testparm.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with web or email servers for storage.</a:t>
            </a:r>
          </a:p>
          <a:p>
            <a:r>
              <a:t>Print sharing using Samba and CUPS.</a:t>
            </a:r>
          </a:p>
          <a:p>
            <a:r>
              <a:t>File version control using shadow_copy2.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rsync to copy shared folders.</a:t>
            </a:r>
          </a:p>
          <a:p>
            <a:r>
              <a:t>Samba 4.8+ supports real-time replication.</a:t>
            </a:r>
          </a:p>
          <a:p>
            <a:r>
              <a:t>Good for backup and disaster recovery.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Samba is great for file and print sharing.</a:t>
            </a:r>
          </a:p>
          <a:p>
            <a:r>
              <a:t>Supports cross-platform and secure sharing.</a:t>
            </a:r>
          </a:p>
          <a:p>
            <a:r>
              <a:t>Future: explore SMB3, AD domain control, and containers.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Samba File Sharing System</vt:lpstr>
      <vt:lpstr>What is Samba?</vt:lpstr>
      <vt:lpstr>Benefits of Samba</vt:lpstr>
      <vt:lpstr>Samba vs Other Tools</vt:lpstr>
      <vt:lpstr>Install Samba on Linux</vt:lpstr>
      <vt:lpstr>Create Shared Folders</vt:lpstr>
      <vt:lpstr>smb.conf Settings</vt:lpstr>
      <vt:lpstr>Active Directory Integration</vt:lpstr>
      <vt:lpstr>Control Access to Shares</vt:lpstr>
      <vt:lpstr>Samba Security Measures</vt:lpstr>
      <vt:lpstr>Encrypt and Secure Samba</vt:lpstr>
      <vt:lpstr>Performance Tuning</vt:lpstr>
      <vt:lpstr>Network Optimization</vt:lpstr>
      <vt:lpstr>Caching in Samba</vt:lpstr>
      <vt:lpstr>Monitoring Samba</vt:lpstr>
      <vt:lpstr>Advanced Features</vt:lpstr>
      <vt:lpstr>Data Replication</vt:lpstr>
      <vt:lpstr>Conclusion &amp; Suggestions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Samba File Sharing System</dc:title>
  <dc:subject/>
  <dc:creator/>
  <cp:keywords/>
  <dc:description>generated using python-pptx</dc:description>
  <cp:lastModifiedBy>22011556- 51</cp:lastModifiedBy>
  <cp:revision>2</cp:revision>
  <dcterms:created xsi:type="dcterms:W3CDTF">2013-01-27T09:14:16Z</dcterms:created>
  <dcterms:modified xsi:type="dcterms:W3CDTF">2025-04-22T17:13:03Z</dcterms:modified>
  <cp:category/>
</cp:coreProperties>
</file>